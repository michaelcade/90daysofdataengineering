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TRAINING  ·  SESSION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4F7FA"/>
                </a:solidFill>
                <a:latin typeface="Arial"/>
              </a:rPr>
              <a:t>Modules and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93A6B8"/>
                </a:solidFill>
                <a:latin typeface="Arial"/>
              </a:rPr>
              <a:t>Sharing and reusing code — and where to go from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we'll 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9264" y="1901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783080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What are modules?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42032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2660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660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42032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Forms of the import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00984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9264" y="3419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419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300984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Writing your own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59936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9264" y="4178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4178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059936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What happens when you import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18888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9264" y="4937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49377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18888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__name__ and __main__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783080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55664" y="190195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19019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1783080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Python's standard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542032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55664" y="26609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55664" y="26609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542032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PyPI and third-party packages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300984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55664" y="3419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55664" y="34198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300984"/>
            <a:ext cx="425195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F4F7FA"/>
                </a:solidFill>
                <a:latin typeface="Arial"/>
              </a:rPr>
              <a:t>Installing with pip and uv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059936"/>
            <a:ext cx="5074920" cy="621792"/>
          </a:xfrm>
          <a:prstGeom prst="roundRect">
            <a:avLst>
              <a:gd name="adj" fmla="val 1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55664" y="41788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41788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7FA"/>
                </a:solidFill>
                <a:latin typeface="Arial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4263110"/>
            <a:ext cx="4251959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b="0" i="0" dirty="0">
                <a:solidFill>
                  <a:srgbClr val="F4F7FA"/>
                </a:solidFill>
                <a:latin typeface="Arial"/>
              </a:rPr>
              <a:t>W</a:t>
            </a:r>
            <a:r>
              <a:rPr sz="1400" b="0" i="0" dirty="0">
                <a:solidFill>
                  <a:srgbClr val="F4F7FA"/>
                </a:solidFill>
                <a:latin typeface="Arial"/>
              </a:rPr>
              <a:t>here to go next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are modules?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4F7FA"/>
                </a:solidFill>
                <a:latin typeface="Arial"/>
              </a:rPr>
              <a:t>DRY — Don't Repeat Yourself — scales up as your code grows: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461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4F7FA"/>
                </a:solidFill>
                <a:latin typeface="Arial"/>
              </a:rPr>
              <a:t>Repeated lines in one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23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D43B"/>
                </a:solidFill>
                <a:latin typeface="Arial"/>
              </a:rPr>
              <a:t>Use a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4688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36592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2461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4F7FA"/>
                </a:solidFill>
                <a:latin typeface="Arial"/>
              </a:rPr>
              <a:t>Repeated logic in one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4023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D43B"/>
                </a:solidFill>
                <a:latin typeface="Arial"/>
              </a:rPr>
              <a:t>Use a function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468880"/>
            <a:ext cx="3429000" cy="219456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94192" y="26974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26974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24612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4F7FA"/>
                </a:solidFill>
                <a:latin typeface="Arial"/>
              </a:rPr>
              <a:t>Repeated logic across many 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0233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D43B"/>
                </a:solidFill>
                <a:latin typeface="Arial"/>
              </a:rPr>
              <a:t>Use a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FORMS OF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Loading and using a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import is a statement, not a function — no () after its name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import random loads the file, and defines the variable random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Access anything inside it with MODNAME.NAME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dir(random) lists every name defined inside the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use_module.py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random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type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(random)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&lt;class 'module'&gt;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random.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randint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dir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(random)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lists every name inside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FORMS OF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from, and aliasing with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from MODNAME import NAME pulls one name straight into your own namespace — no prefix needed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import MODNAME as ALIAS keeps the module, under a different variable name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from MODNAME import NAME as ALIAS does both at once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There are only two real forms of import — everything else is a variation on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import_forms.py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random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from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random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randint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pandas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pd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from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random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choice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as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How Python finds a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sys.path is a list of directory names — Python's search list for modules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import random checks each directory in sys.path, in order, for random.py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First match wins — Python loads that file and stops looking</a:t>
            </a:r>
          </a:p>
          <a:p>
            <a:pPr marL="310896" indent="-310896" algn="l">
              <a:lnSpc>
                <a:spcPct val="114000"/>
              </a:lnSpc>
              <a:spcAft>
                <a:spcPts val="11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No match anywhere? You get an ImportError (or ModuleNotFoundError)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sys_path.py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sys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sys.path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['', '/usr/lib/python3.11', ...]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asdfafjaflkafl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ModuleNotFoundError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DEVELOP A SIMPLE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Writing your own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Any .py file is a module — nothing special required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It just needs to sit somewhere in sys.path — easiest is the same folder as your main program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Fill it with ordinary variable and function definitions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Other programs import it and use MODNAME.NAME, exactly like any built-in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mymod.py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mymod.py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x 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10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y 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20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hello(name):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f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'Hello, {name}!'</a:t>
            </a:r>
          </a:p>
          <a:p>
            <a:pPr algn="l">
              <a:lnSpc>
                <a:spcPct val="135000"/>
              </a:lnSpc>
            </a:pPr>
            <a:endParaRPr sz="140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elsewhere: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mymod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mymod.hello(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'world'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WHAT HAPPENS WHEN YOU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Modules load exactly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The first import runs the whole module, top to bottom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Every later import of the same module reuses what's already in memory — the file does not run again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That's great for speed, but annoying while you're actively editing a module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importlib.reload(mymod) forces Python to reload it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reload_demo.py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mymod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mymod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no effect -- already loaded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from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importlib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reload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reload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(mymod)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forces a fresh reload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 SPECIAL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__name__ and '__main__'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__name__ is always defined, everywhere — it holds the current module's name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When a file is run directly (not imported), its __name__ is set to the string '__main__'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if __name__ == '__main__': lets a file act as both an importable module and a runnable program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4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450" b="0" i="0">
                <a:solidFill>
                  <a:srgbClr val="F4F7FA"/>
                </a:solidFill>
                <a:latin typeface="Arial"/>
              </a:rPr>
              <a:t>No main() function or main.py file required — this is just a convention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name_main.py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mymod.py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def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hello(name):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return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'Hello, {name}!'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if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__name__ ==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'__main__'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(hello(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'world'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INCLUDED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standard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Installing Python gives you hundreds of ready-made modules — no extra download needed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You still need to import them, just like any other module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random, sys, and glob are all part of the standard library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There's a module for nearly everything: dates, math, file paths, networking, and far 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stdlib_demo.py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glob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pattern =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input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'Enter a pattern: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filename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glob.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glob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(pattern):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(filename)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BEYOND THE STANDARD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PyPI and third-party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The standard library covers a lot, but not everything</a:t>
            </a:r>
          </a:p>
          <a:p>
            <a:pPr marL="329184" indent="-329184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PyPI — the Python Package Index — hosts hundreds of thousands of packages shared by other developers</a:t>
            </a:r>
          </a:p>
          <a:p>
            <a:pPr marL="329184" indent="-329184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Once installed, a third-party package is imported exactly the same way as anything built 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862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401383"/>
            <a:ext cx="310896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4000" b="1" dirty="0">
                <a:solidFill>
                  <a:srgbClr val="FFD43B"/>
                </a:solidFill>
                <a:latin typeface="Arial"/>
              </a:rPr>
              <a:t>8</a:t>
            </a:r>
            <a:r>
              <a:rPr sz="4000" b="1" i="0" dirty="0">
                <a:solidFill>
                  <a:srgbClr val="FFD43B"/>
                </a:solidFill>
                <a:latin typeface="Arial"/>
              </a:rPr>
              <a:t>00,000+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packages published on PyPI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16052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416052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416052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72783" y="416052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numpy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8" y="4160520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8" y="4160520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pandas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745736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474573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rich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3" y="4745736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72783" y="474573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flask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8" y="4745736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8" y="4745736"/>
            <a:ext cx="14813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FD14F"/>
                </a:solidFill>
                <a:latin typeface="Arial"/>
              </a:rPr>
              <a:t>pytest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GETTING PACKAGES ONTO YOUR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pip and uv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pip is the traditional tool — it downloads a package from PyPI and puts it where Python can import it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uv is a much faster, modern replacement for pip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uv also handles version conflicts between projects, and can manage entire virtual environments</a:t>
            </a:r>
          </a:p>
          <a:p>
            <a:pPr marL="310896" indent="-310896" algn="l">
              <a:lnSpc>
                <a:spcPct val="113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Either way, once installed, you import the package like 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install_demo.py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1">
                <a:solidFill>
                  <a:srgbClr val="62778C"/>
                </a:solidFill>
                <a:latin typeface="Courier New"/>
              </a:rPr>
              <a:t># on the command line: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pip install rich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uv add rich</a:t>
            </a:r>
          </a:p>
          <a:p>
            <a:pPr algn="l">
              <a:lnSpc>
                <a:spcPct val="135000"/>
              </a:lnSpc>
            </a:pPr>
            <a:endParaRPr sz="14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450" b="0" i="1">
                <a:solidFill>
                  <a:srgbClr val="62778C"/>
                </a:solidFill>
                <a:latin typeface="Courier New"/>
              </a:rPr>
              <a:t># then, in your program:</a:t>
            </a:r>
          </a:p>
          <a:p>
            <a:pPr algn="l">
              <a:lnSpc>
                <a:spcPct val="135000"/>
              </a:lnSpc>
            </a:pPr>
            <a:r>
              <a:rPr sz="1450" b="1" i="0">
                <a:solidFill>
                  <a:srgbClr val="FFD43B"/>
                </a:solidFill>
                <a:latin typeface="Courier New"/>
              </a:rPr>
              <a:t>import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 rich</a:t>
            </a: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rich.</a:t>
            </a:r>
            <a:r>
              <a:rPr sz="14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'[green]Nice![/green]'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SESSION 5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6537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1783080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what a module is, and why it DRYs up multiple programs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96312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578608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89888" y="2496312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Use import, from...import, and as aliases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09544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291839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9888" y="3209544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how sys.path decides where modules are loaded from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22776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005072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89888" y="3922776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Write and import your own .py 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83080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865376"/>
            <a:ext cx="402336" cy="4023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76288" y="1783080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why modules only load once, and use reload() when developing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96312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2578608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76288" y="2496312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Use __name__ == '__main__' to make a file runnable and importable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09544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291839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76288" y="3209544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Name a few standard library modules and what they 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922776"/>
            <a:ext cx="5074920" cy="566928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005072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76288" y="3922776"/>
            <a:ext cx="436168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what PyPI is, and install packages with pip or uv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YOU HAVE THE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Where to go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Practice on projects you actually care about — motivation matters more than the topic</a:t>
            </a:r>
          </a:p>
          <a:p>
            <a:pPr marL="329184" indent="-329184"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Get involved in an open-source project run by people you enjoy working with</a:t>
            </a:r>
          </a:p>
          <a:p>
            <a:pPr marL="329184" indent="-329184"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Keep reading about Python — newsletters, blogs, and release notes all help</a:t>
            </a:r>
          </a:p>
          <a:p>
            <a:pPr marL="329184" indent="-329184" algn="l">
              <a:lnSpc>
                <a:spcPct val="122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The rest, honestly, is practice: the fundamentals in this course are the whole toolbox — now go build something with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FUNDAMENTALS —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9235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Fundamentals, loops and collections, dictionaries and files,</a:t>
            </a:r>
          </a:p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functions, and now modules and packages. Go build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Modules and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1277</Words>
  <Application>Microsoft Macintosh PowerPoint</Application>
  <PresentationFormat>Widescreen</PresentationFormat>
  <Paragraphs>202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Cade</cp:lastModifiedBy>
  <cp:revision>2</cp:revision>
  <dcterms:created xsi:type="dcterms:W3CDTF">2013-01-27T09:14:16Z</dcterms:created>
  <dcterms:modified xsi:type="dcterms:W3CDTF">2026-08-03T20:08:37Z</dcterms:modified>
  <cp:category/>
</cp:coreProperties>
</file>