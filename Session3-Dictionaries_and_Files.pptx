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6012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PYTHON TRAINING  ·  SESSION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4F7FA"/>
                </a:solidFill>
                <a:latin typeface="Arial"/>
              </a:rPr>
              <a:t>Dictionaries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93A6B8"/>
                </a:solidFill>
                <a:latin typeface="Arial"/>
              </a:rPr>
              <a:t>From sequences to key-value data, and data that outlives your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TODAY'S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we'll 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76" y="18836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78308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What is a dictionary?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78024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6" y="25786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578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478024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Creating dicts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72968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0976" y="3273551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327355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72968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Working with dicts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67912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0976" y="39684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9684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867912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Iterating over dicts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62856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0976" y="4663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562856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Three paradigms of dict usage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783080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37376" y="18836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7376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178308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How dicts work behind the scenes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78024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37376" y="25786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7376" y="2578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2478024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Files as frozen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172968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37376" y="3273551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7376" y="327355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3172968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Reading from files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867912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37376" y="39684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7376" y="39684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3867912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Writing to files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562856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437376" y="4663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4562856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The with construct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is a dictionary?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str, list, and tuple all use a numeric index — starting at 0, unconnected from the meaning of the data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 dict pairs up keys and values — you look things up by a meaningful key instead of by position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Also called a "map" or "hash map" in other languages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Dicts show up everywhere: months → numbers, usernames → profiles, words →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1488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D43B"/>
                </a:solidFill>
                <a:latin typeface="Arial"/>
              </a:rPr>
              <a:t>LIST vs. 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4206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00" b="0" i="0">
                <a:solidFill>
                  <a:srgbClr val="F4F7FA"/>
                </a:solidFill>
                <a:latin typeface="Arial"/>
              </a:rPr>
              <a:t>list: mylist[0] — position tells you nothing about the value</a:t>
            </a:r>
          </a:p>
          <a:p>
            <a:pPr marL="274320" indent="-274320"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00" b="0" i="0">
                <a:solidFill>
                  <a:srgbClr val="F4F7FA"/>
                </a:solidFill>
                <a:latin typeface="Arial"/>
              </a:rPr>
              <a:t>dict: d['sandwich'] — the key tells you exactly what you're getting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Creating a 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Use { } — each key and value separated by a colon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Key-value pairs are separated by commas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Keys must be immutable — usually strings or numbers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Keys must be unique within a dict; values can repeat freely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{} on its own is the empty dict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create_dict.py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 = {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'b'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'c'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}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len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(d)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3 -- counts pairs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type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(d)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&lt;class 'dict'&gt;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empty = {}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Accessing and checking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Retrieve a value with d[key] — same [ ] as lists, but with a key instead of a position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 missing key raises a KeyError, not None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Keys must match exactly — case and whitespace count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in checks the keys only, never the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access_dict.py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 = {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'b'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}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 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10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'x'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 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KeyError!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 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KeyError -- case matters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d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True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d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False -- checks keys!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Updating, adding, removing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Dicts are mutable, just like lists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Update an existing key or add a brand-new one with the exact same syntax: just assign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There's no special "append" needed — assignment handles both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dict.pop(key) removes a pair and returns its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mutate_dict.py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 = {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'c'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}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'c'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12345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update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'x'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98765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add new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pop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'x'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98765,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Iterating over 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Looping directly over a dict gives you its keys, one at a time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Use the key to look up the value inside the loop if you need it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dict.items() hands you a (key, value) tuple each time — unpack it straight into two loop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iterate_dict.py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 = {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'b'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}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key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d: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(key)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a  b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key, value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d.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items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'{key}: {value}'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Three paradigms of dict usage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429000" cy="288036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8992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517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4F7FA"/>
                </a:solidFill>
                <a:latin typeface="Arial"/>
              </a:rPr>
              <a:t>Read-only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3756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3A6B8"/>
                </a:solidFill>
                <a:latin typeface="Arial"/>
              </a:rPr>
              <a:t>Define it once and never change it — a small in-memory database. e.g. a restaurant menu.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74519"/>
            <a:ext cx="3429000" cy="288036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36592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6517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4F7FA"/>
                </a:solidFill>
                <a:latin typeface="Arial"/>
              </a:rPr>
              <a:t>Fixed keys, changing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33756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3A6B8"/>
                </a:solidFill>
                <a:latin typeface="Arial"/>
              </a:rPr>
              <a:t>The keys are known up front and stay put; only the values get updated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429000" cy="288036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94192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6517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F4F7FA"/>
                </a:solidFill>
                <a:latin typeface="Arial"/>
              </a:rPr>
              <a:t>Unknown keys, growing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33756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3A6B8"/>
                </a:solidFill>
                <a:latin typeface="Arial"/>
              </a:rPr>
              <a:t>Start with {} and add new key-value pairs as you encounter them — e.g. counting words.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How dicts are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Dicts use hashing — the key is converted into a number that points straight at its slot in memory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That means lookups are fast, regardless of how many pairs are stored — unlike searching a list one item at a time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Only immutable values can be keys, because a key's hash must never change while it's in the dict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 list can't be a dict key — it's mutable, so it isn't hashable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hashable_keys.py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 = 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d[mylist]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100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TypeError: unhashable type: 'list'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tuples ARE hashable -- this works fine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d[(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)]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Files as frozen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20000"/>
              </a:lnSpc>
              <a:spcAft>
                <a:spcPts val="15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A program's data lives in memory — and memory is wiped when the computer restarts</a:t>
            </a:r>
          </a:p>
          <a:p>
            <a:pPr marL="310896" indent="-310896" algn="l">
              <a:lnSpc>
                <a:spcPct val="120000"/>
              </a:lnSpc>
              <a:spcAft>
                <a:spcPts val="15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A file is just bytes stored on disk — it survives after the program ends</a:t>
            </a:r>
          </a:p>
          <a:p>
            <a:pPr marL="310896" indent="-310896" algn="l">
              <a:lnSpc>
                <a:spcPct val="120000"/>
              </a:lnSpc>
              <a:spcAft>
                <a:spcPts val="15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Think of a file as a data structure that's been frozen for long-term storage, and thawed out again the next time a program reads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1488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D43B"/>
                </a:solidFill>
                <a:latin typeface="Arial"/>
              </a:rPr>
              <a:t>MEMORY (RAM)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4203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00" b="0" i="0">
                <a:solidFill>
                  <a:srgbClr val="F4F7FA"/>
                </a:solidFill>
                <a:latin typeface="Arial"/>
              </a:rPr>
              <a:t>Where a running program keeps its data</a:t>
            </a:r>
          </a:p>
          <a:p>
            <a:pPr marL="274320" indent="-274320"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00" b="0" i="0">
                <a:solidFill>
                  <a:srgbClr val="F4F7FA"/>
                </a:solidFill>
                <a:latin typeface="Arial"/>
              </a:rPr>
              <a:t>Fast, but volatile — gone on restart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6118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D43B"/>
                </a:solidFill>
                <a:latin typeface="Arial"/>
              </a:rPr>
              <a:t>DISK (FILES)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00507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00" b="0" i="0">
                <a:solidFill>
                  <a:srgbClr val="F4F7FA"/>
                </a:solidFill>
                <a:latin typeface="Arial"/>
              </a:rPr>
              <a:t>Where data is kept between program runs</a:t>
            </a:r>
          </a:p>
          <a:p>
            <a:pPr marL="274320" indent="-274320"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00" b="0" i="0">
                <a:solidFill>
                  <a:srgbClr val="F4F7FA"/>
                </a:solidFill>
                <a:latin typeface="Arial"/>
              </a:rPr>
              <a:t>Slower, but persistent — survives a restart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ad_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Reading from a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open(filename) opens a file for reading by default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f.read() grabs the whole file at once — fine for small files, risky for huge ones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for line in f — the natural way — gives you one line at a time, including its trailing newline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f.readline() gets just the next single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read_demo.py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f =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open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'passwd.txt'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(f.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read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())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whole file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one_line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f: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(one_line.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rstrip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Closing files with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Every open file should be closed with f.close() — it saves changes and frees the file for other programs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Forgetting to close it is an easy mistake to make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with handles this automatically — the file closes the moment you leave the with block, even if an error happens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with_demo.py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with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open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'passwd.txt'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as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f: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one_line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f: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(one_line.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rstrip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())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f is already closed here --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no need to call f.close()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rite_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Writing to a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Pass a second argument, 'w', to open a file for writing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f.write(text) writes exactly what you give it — you're responsible for adding \n yourself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Opening with 'w' starts the file empty, erasing anything that was already there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write_demo.py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with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open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'myfile.txt'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'w'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as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f: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f.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write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 from Python\n'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f.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write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 again!\n'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file is saved and closed automatically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A dict, saved and reloaded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Combine everything: write a dict out as a </a:t>
            </a:r>
            <a:r>
              <a:rPr sz="1550" b="0" i="0">
                <a:solidFill>
                  <a:srgbClr val="8FD14F"/>
                </a:solidFill>
                <a:latin typeface="Arial"/>
              </a:rPr>
              <a:t>key=value</a:t>
            </a:r>
            <a:r>
              <a:rPr sz="1550" b="0" i="0">
                <a:solidFill>
                  <a:srgbClr val="F4F7FA"/>
                </a:solidFill>
                <a:latin typeface="Arial"/>
              </a:rPr>
              <a:t> config file, then read it back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5120640" cy="260604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26243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43584" y="26243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63040" y="26243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6946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save_config.py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26080"/>
            <a:ext cx="457200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d = {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'a'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'b'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: 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}</a:t>
            </a:r>
          </a:p>
          <a:p>
            <a:pPr algn="l">
              <a:lnSpc>
                <a:spcPct val="135000"/>
              </a:lnSpc>
            </a:pPr>
            <a:endParaRPr sz="13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FFD43B"/>
                </a:solidFill>
                <a:latin typeface="Courier New"/>
              </a:rPr>
              <a:t>with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350" b="1" i="0">
                <a:solidFill>
                  <a:srgbClr val="4B8BBE"/>
                </a:solidFill>
                <a:latin typeface="Courier New"/>
              </a:rPr>
              <a:t>open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'config.txt'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'w'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) </a:t>
            </a:r>
            <a:r>
              <a:rPr sz="1350" b="1" i="0">
                <a:solidFill>
                  <a:srgbClr val="FFD43B"/>
                </a:solidFill>
                <a:latin typeface="Courier New"/>
              </a:rPr>
              <a:t>as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f: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3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k, v </a:t>
            </a:r>
            <a:r>
              <a:rPr sz="13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d.</a:t>
            </a:r>
            <a:r>
              <a:rPr sz="1350" b="1" i="0">
                <a:solidFill>
                  <a:srgbClr val="4B8BBE"/>
                </a:solidFill>
                <a:latin typeface="Courier New"/>
              </a:rPr>
              <a:t>items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():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        f.</a:t>
            </a:r>
            <a:r>
              <a:rPr sz="1350" b="1" i="0">
                <a:solidFill>
                  <a:srgbClr val="4B8BBE"/>
                </a:solidFill>
                <a:latin typeface="Courier New"/>
              </a:rPr>
              <a:t>write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'{k}={v}\n'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5120640" cy="260604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4807" y="26243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84264" y="26243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03719" y="26243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56946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load_config.py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926080"/>
            <a:ext cx="457200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config = {}</a:t>
            </a:r>
          </a:p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FFD43B"/>
                </a:solidFill>
                <a:latin typeface="Courier New"/>
              </a:rPr>
              <a:t>with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350" b="1" i="0">
                <a:solidFill>
                  <a:srgbClr val="4B8BBE"/>
                </a:solidFill>
                <a:latin typeface="Courier New"/>
              </a:rPr>
              <a:t>open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'config.txt'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) </a:t>
            </a:r>
            <a:r>
              <a:rPr sz="1350" b="1" i="0">
                <a:solidFill>
                  <a:srgbClr val="FFD43B"/>
                </a:solidFill>
                <a:latin typeface="Courier New"/>
              </a:rPr>
              <a:t>as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f: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3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one_line </a:t>
            </a:r>
            <a:r>
              <a:rPr sz="13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 f: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        k, v = one_line.</a:t>
            </a:r>
            <a:r>
              <a:rPr sz="1350" b="1" i="0">
                <a:solidFill>
                  <a:srgbClr val="4B8BBE"/>
                </a:solidFill>
                <a:latin typeface="Courier New"/>
              </a:rPr>
              <a:t>strip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().</a:t>
            </a:r>
            <a:r>
              <a:rPr sz="1350" b="1" i="0">
                <a:solidFill>
                  <a:srgbClr val="4B8BBE"/>
                </a:solidFill>
                <a:latin typeface="Courier New"/>
              </a:rPr>
              <a:t>split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350" b="0" i="0">
                <a:solidFill>
                  <a:srgbClr val="8FD14F"/>
                </a:solidFill>
                <a:latin typeface="Courier New"/>
              </a:rPr>
              <a:t>'='</a:t>
            </a:r>
            <a:r>
              <a:rPr sz="13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4F7FA"/>
                </a:solidFill>
                <a:latin typeface="Courier New"/>
              </a:rPr>
              <a:t>        config[k] =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SESSION 3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you can now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65376"/>
            <a:ext cx="40233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9888" y="1783080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Explain what a dict is and why keys beat plain indexes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96312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578608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9888" y="2496312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Create dicts with { } and know the rules for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9544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291839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3209544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Access, check, update, add, and remove key-value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22776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005072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89888" y="3922776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Iterate over keys, or key-value pairs with .items()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83080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65376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76288" y="1783080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Pick the right dict usage paradigm for the job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496312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2578608"/>
            <a:ext cx="402336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76288" y="2496312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Explain why dicts are fast — and why keys must be hashable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09544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3291839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76288" y="3209544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Open, read, and close a file — including line by 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922776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4005072"/>
            <a:ext cx="402336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76288" y="3922776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Write to a file, and use with to handle closing automatically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SESSION 4 — 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4F7FA"/>
                </a:solidFill>
                <a:latin typeface="Arial"/>
              </a:rPr>
              <a:t>Writing your own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60520"/>
            <a:ext cx="9235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Next up: packaging logic into reusable functions —</a:t>
            </a:r>
          </a:p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parameters, return values, and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Dictionaries and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1595</Words>
  <Application>Microsoft Macintosh PowerPoint</Application>
  <PresentationFormat>Widescreen</PresentationFormat>
  <Paragraphs>217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Cade</cp:lastModifiedBy>
  <cp:revision>2</cp:revision>
  <dcterms:created xsi:type="dcterms:W3CDTF">2013-01-27T09:14:16Z</dcterms:created>
  <dcterms:modified xsi:type="dcterms:W3CDTF">2026-07-21T06:47:42Z</dcterms:modified>
  <cp:category/>
</cp:coreProperties>
</file>